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A4AE6-1FEB-064F-9C58-8B3B30BFBE04}" type="datetimeFigureOut">
              <a:rPr lang="en-US" smtClean="0"/>
              <a:t>7/20/22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3DE0553-0E3E-B149-AF23-B69A5EF9BC3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7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icicidirect.com/apiuser/home" TargetMode="External"/><Relationship Id="rId4" Type="http://schemas.openxmlformats.org/officeDocument/2006/relationships/hyperlink" Target="https://www.anaconda.com/" TargetMode="External"/><Relationship Id="rId5" Type="http://schemas.openxmlformats.org/officeDocument/2006/relationships/hyperlink" Target="https://pypi.org/project/breeze-connect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icicidirect.com/futures-and-options/api/breez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alil-shukla/Webinars-.gi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pPr algn="ctr"/>
            <a:r>
              <a:rPr lang="en-US" sz="9600" dirty="0" smtClean="0"/>
              <a:t>BREEZE API</a:t>
            </a:r>
            <a:endParaRPr lang="en-US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r"/>
            <a:r>
              <a:rPr lang="en-US" sz="2400" dirty="0" smtClean="0"/>
              <a:t>SALIL SHUKLA</a:t>
            </a:r>
          </a:p>
          <a:p>
            <a:pPr algn="r"/>
            <a:r>
              <a:rPr lang="en-US" sz="2400" dirty="0" smtClean="0"/>
              <a:t>ICICI SECURITIES</a:t>
            </a:r>
          </a:p>
          <a:p>
            <a:pPr lvl="1" algn="r"/>
            <a:r>
              <a:rPr lang="en-US" sz="2400" dirty="0" err="1" smtClean="0"/>
              <a:t>breezeapi@icicisecurities.com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7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Who is this webinar for 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ICICI </a:t>
            </a:r>
            <a:r>
              <a:rPr lang="en-US" dirty="0" err="1" smtClean="0"/>
              <a:t>Demat</a:t>
            </a:r>
            <a:r>
              <a:rPr lang="en-US" dirty="0" smtClean="0"/>
              <a:t> account users</a:t>
            </a:r>
          </a:p>
          <a:p>
            <a:r>
              <a:rPr lang="en-US" dirty="0" smtClean="0"/>
              <a:t>NEW USER : Anybody interested in using ICICI API for managing orders</a:t>
            </a:r>
          </a:p>
          <a:p>
            <a:r>
              <a:rPr lang="en-US" dirty="0" smtClean="0"/>
              <a:t>Any company / developer who wishes to create a business using ICICI API</a:t>
            </a:r>
          </a:p>
          <a:p>
            <a:r>
              <a:rPr lang="en-US" dirty="0"/>
              <a:t>Investors / </a:t>
            </a:r>
            <a:r>
              <a:rPr lang="en-US" dirty="0" smtClean="0"/>
              <a:t>Traders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AGENDA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What is Breeze ? </a:t>
            </a:r>
          </a:p>
          <a:p>
            <a:r>
              <a:rPr lang="en-US" sz="2800" dirty="0" smtClean="0"/>
              <a:t>Create an app on Breeze</a:t>
            </a:r>
          </a:p>
          <a:p>
            <a:r>
              <a:rPr lang="en-US" sz="2800" dirty="0" smtClean="0"/>
              <a:t>Login into Breeze</a:t>
            </a:r>
          </a:p>
          <a:p>
            <a:r>
              <a:rPr lang="en-US" sz="2800" dirty="0" smtClean="0"/>
              <a:t>Use Breeze for downloading data or placing orders</a:t>
            </a:r>
          </a:p>
          <a:p>
            <a:r>
              <a:rPr lang="en-US" sz="2800" dirty="0" smtClean="0"/>
              <a:t>What if you don’t know how to code ? </a:t>
            </a:r>
          </a:p>
          <a:p>
            <a:pPr lvl="1"/>
            <a:r>
              <a:rPr lang="en-US" sz="2400" dirty="0" smtClean="0"/>
              <a:t>Streak, </a:t>
            </a:r>
            <a:r>
              <a:rPr lang="en-US" sz="2400" dirty="0" err="1" smtClean="0"/>
              <a:t>Sensibull</a:t>
            </a:r>
            <a:r>
              <a:rPr lang="en-US" sz="2400" dirty="0" smtClean="0"/>
              <a:t>, </a:t>
            </a:r>
            <a:r>
              <a:rPr lang="en-US" sz="2400" dirty="0" err="1" smtClean="0"/>
              <a:t>Tradetron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5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Important Links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www.icicidirect.com/futures-and-options/api/breeze</a:t>
            </a:r>
            <a:r>
              <a:rPr lang="en-US" dirty="0" smtClean="0"/>
              <a:t> (homepage)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api.icicidirect.com/apiuser/home</a:t>
            </a:r>
            <a:r>
              <a:rPr lang="en-US" dirty="0" smtClean="0"/>
              <a:t> (login page)</a:t>
            </a:r>
          </a:p>
          <a:p>
            <a:r>
              <a:rPr lang="en-US" dirty="0">
                <a:hlinkClick r:id="rId4"/>
              </a:rPr>
              <a:t>https://www.anaconda.com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 (development environment)</a:t>
            </a:r>
          </a:p>
          <a:p>
            <a:r>
              <a:rPr lang="en-US" dirty="0">
                <a:hlinkClick r:id="rId5"/>
              </a:rPr>
              <a:t>https://pypi.org/project/breeze-connect</a:t>
            </a:r>
            <a:r>
              <a:rPr lang="en-US" dirty="0" smtClean="0">
                <a:hlinkClick r:id="rId5"/>
              </a:rPr>
              <a:t>/</a:t>
            </a:r>
            <a:r>
              <a:rPr lang="en-US" dirty="0" smtClean="0"/>
              <a:t> (Python SDK code)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9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Code 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Available at:</a:t>
            </a:r>
          </a:p>
          <a:p>
            <a:pPr lvl="1"/>
            <a:r>
              <a:rPr lang="en-US" sz="2800" dirty="0" smtClean="0">
                <a:hlinkClick r:id="rId2"/>
              </a:rPr>
              <a:t>https</a:t>
            </a:r>
            <a:r>
              <a:rPr lang="en-US" sz="2800" dirty="0">
                <a:hlinkClick r:id="rId2"/>
              </a:rPr>
              <a:t>://</a:t>
            </a:r>
            <a:r>
              <a:rPr lang="en-US" sz="2800" dirty="0" smtClean="0">
                <a:hlinkClick r:id="rId2"/>
              </a:rPr>
              <a:t>github.com/salil-shukla/Webinars-</a:t>
            </a:r>
            <a:r>
              <a:rPr lang="en-US" sz="2800" dirty="0">
                <a:hlinkClick r:id="rId2"/>
              </a:rPr>
              <a:t>.</a:t>
            </a:r>
            <a:r>
              <a:rPr lang="en-US" sz="2800" dirty="0" smtClean="0">
                <a:hlinkClick r:id="rId2"/>
              </a:rPr>
              <a:t>git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59972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2276261"/>
            <a:ext cx="1244600" cy="584200"/>
          </a:xfrm>
        </p:spPr>
      </p:pic>
      <p:sp>
        <p:nvSpPr>
          <p:cNvPr id="5" name="Rectangle 4"/>
          <p:cNvSpPr/>
          <p:nvPr/>
        </p:nvSpPr>
        <p:spPr>
          <a:xfrm>
            <a:off x="3963549" y="2364378"/>
            <a:ext cx="2995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www.streak.tech</a:t>
            </a:r>
            <a:r>
              <a:rPr lang="en-US" dirty="0"/>
              <a:t>/home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3549" y="4423205"/>
            <a:ext cx="2255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tradetron.tech</a:t>
            </a:r>
            <a:r>
              <a:rPr lang="en-US" dirty="0"/>
              <a:t>/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4346844"/>
            <a:ext cx="1700914" cy="5469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63549" y="5380274"/>
            <a:ext cx="2568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www.quantman.in</a:t>
            </a:r>
            <a:r>
              <a:rPr lang="en-US" dirty="0"/>
              <a:t>/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5380274"/>
            <a:ext cx="1700914" cy="4817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63549" y="3358583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sensibull.com</a:t>
            </a:r>
            <a:r>
              <a:rPr lang="en-US" dirty="0"/>
              <a:t>/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79" y="3299270"/>
            <a:ext cx="2082992" cy="55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6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527</TotalTime>
  <Words>137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Arial</vt:lpstr>
      <vt:lpstr>Gallery</vt:lpstr>
      <vt:lpstr>BREEZE API</vt:lpstr>
      <vt:lpstr>Who is this webinar for ?</vt:lpstr>
      <vt:lpstr>AGENDA</vt:lpstr>
      <vt:lpstr>Important Links</vt:lpstr>
      <vt:lpstr>Code </vt:lpstr>
      <vt:lpstr>APPLICATIONS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BREEZE API</dc:title>
  <dc:creator>Microsoft Office User</dc:creator>
  <cp:lastModifiedBy>Microsoft Office User</cp:lastModifiedBy>
  <cp:revision>16</cp:revision>
  <dcterms:created xsi:type="dcterms:W3CDTF">2022-07-18T15:29:00Z</dcterms:created>
  <dcterms:modified xsi:type="dcterms:W3CDTF">2022-07-20T12:21:32Z</dcterms:modified>
</cp:coreProperties>
</file>